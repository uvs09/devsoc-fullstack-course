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7" r:id="rId2"/>
    <p:sldId id="263" r:id="rId3"/>
    <p:sldId id="258" r:id="rId4"/>
    <p:sldId id="260" r:id="rId5"/>
    <p:sldId id="261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4" r:id="rId15"/>
    <p:sldId id="275" r:id="rId16"/>
    <p:sldId id="273" r:id="rId17"/>
    <p:sldId id="276" r:id="rId18"/>
    <p:sldId id="277" r:id="rId19"/>
    <p:sldId id="278" r:id="rId20"/>
    <p:sldId id="279" r:id="rId21"/>
    <p:sldId id="280" r:id="rId22"/>
    <p:sldId id="281" r:id="rId23"/>
    <p:sldId id="283" r:id="rId24"/>
    <p:sldId id="284" r:id="rId25"/>
    <p:sldId id="282" r:id="rId26"/>
    <p:sldId id="28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D491A5-522F-464F-8660-80BCF680AA97}" v="41" dt="2025-09-12T01:32:20.1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annpote@gmail.com" userId="cf3a218662b640ea" providerId="LiveId" clId="{35D491A5-522F-464F-8660-80BCF680AA97}"/>
    <pc:docChg chg="undo custSel addSld delSld modSld sldOrd">
      <pc:chgData name="karannpote@gmail.com" userId="cf3a218662b640ea" providerId="LiveId" clId="{35D491A5-522F-464F-8660-80BCF680AA97}" dt="2025-09-12T11:53:51.286" v="3968"/>
      <pc:docMkLst>
        <pc:docMk/>
      </pc:docMkLst>
      <pc:sldChg chg="modSp new del">
        <pc:chgData name="karannpote@gmail.com" userId="cf3a218662b640ea" providerId="LiveId" clId="{35D491A5-522F-464F-8660-80BCF680AA97}" dt="2025-09-11T10:42:23.946" v="5" actId="47"/>
        <pc:sldMkLst>
          <pc:docMk/>
          <pc:sldMk cId="2038185760" sldId="256"/>
        </pc:sldMkLst>
        <pc:spChg chg="mod">
          <ac:chgData name="karannpote@gmail.com" userId="cf3a218662b640ea" providerId="LiveId" clId="{35D491A5-522F-464F-8660-80BCF680AA97}" dt="2025-09-11T10:42:13.215" v="4"/>
          <ac:spMkLst>
            <pc:docMk/>
            <pc:sldMk cId="2038185760" sldId="256"/>
            <ac:spMk id="2" creationId="{383EF9AC-36D2-E6C8-D7EC-9D0BD1B1A36D}"/>
          </ac:spMkLst>
        </pc:spChg>
        <pc:spChg chg="mod">
          <ac:chgData name="karannpote@gmail.com" userId="cf3a218662b640ea" providerId="LiveId" clId="{35D491A5-522F-464F-8660-80BCF680AA97}" dt="2025-09-11T10:42:13.215" v="4"/>
          <ac:spMkLst>
            <pc:docMk/>
            <pc:sldMk cId="2038185760" sldId="256"/>
            <ac:spMk id="3" creationId="{7E23E83A-9149-6AA4-5431-0CBDE1499644}"/>
          </ac:spMkLst>
        </pc:spChg>
      </pc:sldChg>
      <pc:sldChg chg="modSp add">
        <pc:chgData name="karannpote@gmail.com" userId="cf3a218662b640ea" providerId="LiveId" clId="{35D491A5-522F-464F-8660-80BCF680AA97}" dt="2025-09-11T10:42:13.215" v="4"/>
        <pc:sldMkLst>
          <pc:docMk/>
          <pc:sldMk cId="2180687206" sldId="257"/>
        </pc:sldMkLst>
        <pc:spChg chg="mod">
          <ac:chgData name="karannpote@gmail.com" userId="cf3a218662b640ea" providerId="LiveId" clId="{35D491A5-522F-464F-8660-80BCF680AA97}" dt="2025-09-11T10:42:13.215" v="4"/>
          <ac:spMkLst>
            <pc:docMk/>
            <pc:sldMk cId="2180687206" sldId="257"/>
            <ac:spMk id="2" creationId="{8B1D5747-C99F-4026-1846-112C234FBD58}"/>
          </ac:spMkLst>
        </pc:spChg>
      </pc:sldChg>
      <pc:sldChg chg="add del">
        <pc:chgData name="karannpote@gmail.com" userId="cf3a218662b640ea" providerId="LiveId" clId="{35D491A5-522F-464F-8660-80BCF680AA97}" dt="2025-09-11T10:42:08.908" v="3" actId="47"/>
        <pc:sldMkLst>
          <pc:docMk/>
          <pc:sldMk cId="431535625" sldId="258"/>
        </pc:sldMkLst>
      </pc:sldChg>
      <pc:sldChg chg="delSp modSp new mod">
        <pc:chgData name="karannpote@gmail.com" userId="cf3a218662b640ea" providerId="LiveId" clId="{35D491A5-522F-464F-8660-80BCF680AA97}" dt="2025-09-11T10:43:44.216" v="28" actId="1076"/>
        <pc:sldMkLst>
          <pc:docMk/>
          <pc:sldMk cId="4243210957" sldId="258"/>
        </pc:sldMkLst>
        <pc:spChg chg="mod">
          <ac:chgData name="karannpote@gmail.com" userId="cf3a218662b640ea" providerId="LiveId" clId="{35D491A5-522F-464F-8660-80BCF680AA97}" dt="2025-09-11T10:43:44.216" v="28" actId="1076"/>
          <ac:spMkLst>
            <pc:docMk/>
            <pc:sldMk cId="4243210957" sldId="258"/>
            <ac:spMk id="2" creationId="{A8EE4337-139F-0974-165F-722A54B17101}"/>
          </ac:spMkLst>
        </pc:spChg>
        <pc:spChg chg="del">
          <ac:chgData name="karannpote@gmail.com" userId="cf3a218662b640ea" providerId="LiveId" clId="{35D491A5-522F-464F-8660-80BCF680AA97}" dt="2025-09-11T10:43:00.923" v="7" actId="478"/>
          <ac:spMkLst>
            <pc:docMk/>
            <pc:sldMk cId="4243210957" sldId="258"/>
            <ac:spMk id="3" creationId="{8E821BA8-1530-B3A3-DB50-A8352C99942C}"/>
          </ac:spMkLst>
        </pc:spChg>
      </pc:sldChg>
      <pc:sldChg chg="new del">
        <pc:chgData name="karannpote@gmail.com" userId="cf3a218662b640ea" providerId="LiveId" clId="{35D491A5-522F-464F-8660-80BCF680AA97}" dt="2025-09-11T10:46:06.183" v="31" actId="47"/>
        <pc:sldMkLst>
          <pc:docMk/>
          <pc:sldMk cId="2277704977" sldId="259"/>
        </pc:sldMkLst>
      </pc:sldChg>
      <pc:sldChg chg="add">
        <pc:chgData name="karannpote@gmail.com" userId="cf3a218662b640ea" providerId="LiveId" clId="{35D491A5-522F-464F-8660-80BCF680AA97}" dt="2025-09-11T10:46:00.959" v="30"/>
        <pc:sldMkLst>
          <pc:docMk/>
          <pc:sldMk cId="2952264714" sldId="260"/>
        </pc:sldMkLst>
      </pc:sldChg>
      <pc:sldChg chg="modSp add">
        <pc:chgData name="karannpote@gmail.com" userId="cf3a218662b640ea" providerId="LiveId" clId="{35D491A5-522F-464F-8660-80BCF680AA97}" dt="2025-09-11T10:46:41.869" v="48" actId="20577"/>
        <pc:sldMkLst>
          <pc:docMk/>
          <pc:sldMk cId="2219890226" sldId="261"/>
        </pc:sldMkLst>
        <pc:spChg chg="mod">
          <ac:chgData name="karannpote@gmail.com" userId="cf3a218662b640ea" providerId="LiveId" clId="{35D491A5-522F-464F-8660-80BCF680AA97}" dt="2025-09-11T10:46:41.869" v="48" actId="20577"/>
          <ac:spMkLst>
            <pc:docMk/>
            <pc:sldMk cId="2219890226" sldId="261"/>
            <ac:spMk id="3" creationId="{DD6936D8-0E67-4CAF-2C73-74D155977B63}"/>
          </ac:spMkLst>
        </pc:spChg>
      </pc:sldChg>
      <pc:sldChg chg="add">
        <pc:chgData name="karannpote@gmail.com" userId="cf3a218662b640ea" providerId="LiveId" clId="{35D491A5-522F-464F-8660-80BCF680AA97}" dt="2025-09-11T10:47:06.900" v="49"/>
        <pc:sldMkLst>
          <pc:docMk/>
          <pc:sldMk cId="2444772095" sldId="263"/>
        </pc:sldMkLst>
      </pc:sldChg>
      <pc:sldChg chg="add">
        <pc:chgData name="karannpote@gmail.com" userId="cf3a218662b640ea" providerId="LiveId" clId="{35D491A5-522F-464F-8660-80BCF680AA97}" dt="2025-09-11T10:47:30.496" v="50"/>
        <pc:sldMkLst>
          <pc:docMk/>
          <pc:sldMk cId="2212936424" sldId="264"/>
        </pc:sldMkLst>
      </pc:sldChg>
      <pc:sldChg chg="add del">
        <pc:chgData name="karannpote@gmail.com" userId="cf3a218662b640ea" providerId="LiveId" clId="{35D491A5-522F-464F-8660-80BCF680AA97}" dt="2025-09-12T11:50:27.997" v="3966" actId="47"/>
        <pc:sldMkLst>
          <pc:docMk/>
          <pc:sldMk cId="1525663898" sldId="265"/>
        </pc:sldMkLst>
      </pc:sldChg>
      <pc:sldChg chg="add">
        <pc:chgData name="karannpote@gmail.com" userId="cf3a218662b640ea" providerId="LiveId" clId="{35D491A5-522F-464F-8660-80BCF680AA97}" dt="2025-09-11T15:44:34.255" v="51"/>
        <pc:sldMkLst>
          <pc:docMk/>
          <pc:sldMk cId="938437938" sldId="266"/>
        </pc:sldMkLst>
      </pc:sldChg>
      <pc:sldChg chg="delSp modSp new mod">
        <pc:chgData name="karannpote@gmail.com" userId="cf3a218662b640ea" providerId="LiveId" clId="{35D491A5-522F-464F-8660-80BCF680AA97}" dt="2025-09-11T15:52:43.823" v="85" actId="1076"/>
        <pc:sldMkLst>
          <pc:docMk/>
          <pc:sldMk cId="4161431614" sldId="267"/>
        </pc:sldMkLst>
        <pc:spChg chg="mod">
          <ac:chgData name="karannpote@gmail.com" userId="cf3a218662b640ea" providerId="LiveId" clId="{35D491A5-522F-464F-8660-80BCF680AA97}" dt="2025-09-11T15:52:43.823" v="85" actId="1076"/>
          <ac:spMkLst>
            <pc:docMk/>
            <pc:sldMk cId="4161431614" sldId="267"/>
            <ac:spMk id="2" creationId="{1741A8F5-B643-3D7E-E051-EE3BFB30029D}"/>
          </ac:spMkLst>
        </pc:spChg>
        <pc:spChg chg="del">
          <ac:chgData name="karannpote@gmail.com" userId="cf3a218662b640ea" providerId="LiveId" clId="{35D491A5-522F-464F-8660-80BCF680AA97}" dt="2025-09-11T15:52:27.451" v="54" actId="478"/>
          <ac:spMkLst>
            <pc:docMk/>
            <pc:sldMk cId="4161431614" sldId="267"/>
            <ac:spMk id="3" creationId="{7CFC46DB-5775-A496-9413-EEFD0CE4CF32}"/>
          </ac:spMkLst>
        </pc:spChg>
      </pc:sldChg>
      <pc:sldChg chg="addSp delSp modSp new mod">
        <pc:chgData name="karannpote@gmail.com" userId="cf3a218662b640ea" providerId="LiveId" clId="{35D491A5-522F-464F-8660-80BCF680AA97}" dt="2025-09-11T16:45:30.851" v="1251" actId="14100"/>
        <pc:sldMkLst>
          <pc:docMk/>
          <pc:sldMk cId="2079290806" sldId="268"/>
        </pc:sldMkLst>
        <pc:spChg chg="mod">
          <ac:chgData name="karannpote@gmail.com" userId="cf3a218662b640ea" providerId="LiveId" clId="{35D491A5-522F-464F-8660-80BCF680AA97}" dt="2025-09-11T15:58:36.724" v="102" actId="14100"/>
          <ac:spMkLst>
            <pc:docMk/>
            <pc:sldMk cId="2079290806" sldId="268"/>
            <ac:spMk id="2" creationId="{C860B1F8-9852-2C68-24B2-E429EC2AC439}"/>
          </ac:spMkLst>
        </pc:spChg>
        <pc:spChg chg="mod">
          <ac:chgData name="karannpote@gmail.com" userId="cf3a218662b640ea" providerId="LiveId" clId="{35D491A5-522F-464F-8660-80BCF680AA97}" dt="2025-09-11T16:07:16.839" v="554" actId="20577"/>
          <ac:spMkLst>
            <pc:docMk/>
            <pc:sldMk cId="2079290806" sldId="268"/>
            <ac:spMk id="3" creationId="{C328446A-9FE2-D9A4-AA36-EBBE1F0B3435}"/>
          </ac:spMkLst>
        </pc:spChg>
        <pc:picChg chg="add mod">
          <ac:chgData name="karannpote@gmail.com" userId="cf3a218662b640ea" providerId="LiveId" clId="{35D491A5-522F-464F-8660-80BCF680AA97}" dt="2025-09-11T16:02:42.077" v="351" actId="1076"/>
          <ac:picMkLst>
            <pc:docMk/>
            <pc:sldMk cId="2079290806" sldId="268"/>
            <ac:picMk id="5" creationId="{3EB04197-9873-18FC-0755-59CEB06D788C}"/>
          </ac:picMkLst>
        </pc:picChg>
        <pc:picChg chg="add del mod modCrop">
          <ac:chgData name="karannpote@gmail.com" userId="cf3a218662b640ea" providerId="LiveId" clId="{35D491A5-522F-464F-8660-80BCF680AA97}" dt="2025-09-11T16:44:29.012" v="1243" actId="478"/>
          <ac:picMkLst>
            <pc:docMk/>
            <pc:sldMk cId="2079290806" sldId="268"/>
            <ac:picMk id="7" creationId="{63775681-E23A-9535-7772-16AA158A1179}"/>
          </ac:picMkLst>
        </pc:picChg>
        <pc:picChg chg="add mod">
          <ac:chgData name="karannpote@gmail.com" userId="cf3a218662b640ea" providerId="LiveId" clId="{35D491A5-522F-464F-8660-80BCF680AA97}" dt="2025-09-11T16:45:30.851" v="1251" actId="14100"/>
          <ac:picMkLst>
            <pc:docMk/>
            <pc:sldMk cId="2079290806" sldId="268"/>
            <ac:picMk id="9" creationId="{3AA4B7C9-689B-29E5-F7D6-0F8DC97DAD2F}"/>
          </ac:picMkLst>
        </pc:picChg>
      </pc:sldChg>
      <pc:sldChg chg="addSp modSp new mod">
        <pc:chgData name="karannpote@gmail.com" userId="cf3a218662b640ea" providerId="LiveId" clId="{35D491A5-522F-464F-8660-80BCF680AA97}" dt="2025-09-11T16:46:28.445" v="1253" actId="1076"/>
        <pc:sldMkLst>
          <pc:docMk/>
          <pc:sldMk cId="2044271910" sldId="269"/>
        </pc:sldMkLst>
        <pc:spChg chg="mod">
          <ac:chgData name="karannpote@gmail.com" userId="cf3a218662b640ea" providerId="LiveId" clId="{35D491A5-522F-464F-8660-80BCF680AA97}" dt="2025-09-11T16:05:05.438" v="370" actId="14100"/>
          <ac:spMkLst>
            <pc:docMk/>
            <pc:sldMk cId="2044271910" sldId="269"/>
            <ac:spMk id="2" creationId="{0E665707-0262-EA72-B89D-001180744626}"/>
          </ac:spMkLst>
        </pc:spChg>
        <pc:spChg chg="mod">
          <ac:chgData name="karannpote@gmail.com" userId="cf3a218662b640ea" providerId="LiveId" clId="{35D491A5-522F-464F-8660-80BCF680AA97}" dt="2025-09-11T16:34:12.081" v="766" actId="20577"/>
          <ac:spMkLst>
            <pc:docMk/>
            <pc:sldMk cId="2044271910" sldId="269"/>
            <ac:spMk id="3" creationId="{7F049417-E489-C63B-C50E-863098DFDD74}"/>
          </ac:spMkLst>
        </pc:spChg>
        <pc:picChg chg="add mod">
          <ac:chgData name="karannpote@gmail.com" userId="cf3a218662b640ea" providerId="LiveId" clId="{35D491A5-522F-464F-8660-80BCF680AA97}" dt="2025-09-11T16:46:28.445" v="1253" actId="1076"/>
          <ac:picMkLst>
            <pc:docMk/>
            <pc:sldMk cId="2044271910" sldId="269"/>
            <ac:picMk id="5" creationId="{ECB61327-C35B-32A6-9A13-85A8EC676F89}"/>
          </ac:picMkLst>
        </pc:picChg>
      </pc:sldChg>
      <pc:sldChg chg="addSp delSp modSp new mod">
        <pc:chgData name="karannpote@gmail.com" userId="cf3a218662b640ea" providerId="LiveId" clId="{35D491A5-522F-464F-8660-80BCF680AA97}" dt="2025-09-11T16:47:39.957" v="1260" actId="1076"/>
        <pc:sldMkLst>
          <pc:docMk/>
          <pc:sldMk cId="3935449069" sldId="270"/>
        </pc:sldMkLst>
        <pc:spChg chg="mod">
          <ac:chgData name="karannpote@gmail.com" userId="cf3a218662b640ea" providerId="LiveId" clId="{35D491A5-522F-464F-8660-80BCF680AA97}" dt="2025-09-11T16:34:48.378" v="782" actId="14100"/>
          <ac:spMkLst>
            <pc:docMk/>
            <pc:sldMk cId="3935449069" sldId="270"/>
            <ac:spMk id="2" creationId="{47A1499F-AFCE-C404-AA7B-CAB11387DFDF}"/>
          </ac:spMkLst>
        </pc:spChg>
        <pc:spChg chg="mod">
          <ac:chgData name="karannpote@gmail.com" userId="cf3a218662b640ea" providerId="LiveId" clId="{35D491A5-522F-464F-8660-80BCF680AA97}" dt="2025-09-11T16:44:19.776" v="1242" actId="14100"/>
          <ac:spMkLst>
            <pc:docMk/>
            <pc:sldMk cId="3935449069" sldId="270"/>
            <ac:spMk id="3" creationId="{6DA24D86-3624-FF71-B78C-2AE11528BF69}"/>
          </ac:spMkLst>
        </pc:spChg>
        <pc:picChg chg="add del mod">
          <ac:chgData name="karannpote@gmail.com" userId="cf3a218662b640ea" providerId="LiveId" clId="{35D491A5-522F-464F-8660-80BCF680AA97}" dt="2025-09-11T16:47:12.056" v="1256" actId="478"/>
          <ac:picMkLst>
            <pc:docMk/>
            <pc:sldMk cId="3935449069" sldId="270"/>
            <ac:picMk id="5" creationId="{E24B26AF-7DDF-5011-7218-365F12B1F291}"/>
          </ac:picMkLst>
        </pc:picChg>
        <pc:picChg chg="add mod">
          <ac:chgData name="karannpote@gmail.com" userId="cf3a218662b640ea" providerId="LiveId" clId="{35D491A5-522F-464F-8660-80BCF680AA97}" dt="2025-09-11T16:47:39.957" v="1260" actId="1076"/>
          <ac:picMkLst>
            <pc:docMk/>
            <pc:sldMk cId="3935449069" sldId="270"/>
            <ac:picMk id="7" creationId="{8803A04B-F672-09FB-4603-8D1369735F88}"/>
          </ac:picMkLst>
        </pc:picChg>
      </pc:sldChg>
      <pc:sldChg chg="modSp new mod">
        <pc:chgData name="karannpote@gmail.com" userId="cf3a218662b640ea" providerId="LiveId" clId="{35D491A5-522F-464F-8660-80BCF680AA97}" dt="2025-09-11T16:50:45.053" v="1492" actId="20577"/>
        <pc:sldMkLst>
          <pc:docMk/>
          <pc:sldMk cId="3895248114" sldId="271"/>
        </pc:sldMkLst>
        <pc:spChg chg="mod">
          <ac:chgData name="karannpote@gmail.com" userId="cf3a218662b640ea" providerId="LiveId" clId="{35D491A5-522F-464F-8660-80BCF680AA97}" dt="2025-09-11T16:48:29.609" v="1268" actId="14100"/>
          <ac:spMkLst>
            <pc:docMk/>
            <pc:sldMk cId="3895248114" sldId="271"/>
            <ac:spMk id="2" creationId="{875016A3-57BE-6F1D-48AE-68FE11AEDD1F}"/>
          </ac:spMkLst>
        </pc:spChg>
        <pc:spChg chg="mod">
          <ac:chgData name="karannpote@gmail.com" userId="cf3a218662b640ea" providerId="LiveId" clId="{35D491A5-522F-464F-8660-80BCF680AA97}" dt="2025-09-11T16:50:45.053" v="1492" actId="20577"/>
          <ac:spMkLst>
            <pc:docMk/>
            <pc:sldMk cId="3895248114" sldId="271"/>
            <ac:spMk id="3" creationId="{1E992479-3412-FD33-9657-2C5AAC4F2316}"/>
          </ac:spMkLst>
        </pc:spChg>
      </pc:sldChg>
      <pc:sldChg chg="delSp modSp new mod">
        <pc:chgData name="karannpote@gmail.com" userId="cf3a218662b640ea" providerId="LiveId" clId="{35D491A5-522F-464F-8660-80BCF680AA97}" dt="2025-09-11T16:55:05.267" v="1525" actId="1076"/>
        <pc:sldMkLst>
          <pc:docMk/>
          <pc:sldMk cId="3585987613" sldId="272"/>
        </pc:sldMkLst>
        <pc:spChg chg="mod">
          <ac:chgData name="karannpote@gmail.com" userId="cf3a218662b640ea" providerId="LiveId" clId="{35D491A5-522F-464F-8660-80BCF680AA97}" dt="2025-09-11T16:55:05.267" v="1525" actId="1076"/>
          <ac:spMkLst>
            <pc:docMk/>
            <pc:sldMk cId="3585987613" sldId="272"/>
            <ac:spMk id="2" creationId="{ADE40FF4-2D9B-C281-05A2-14818533F5BA}"/>
          </ac:spMkLst>
        </pc:spChg>
        <pc:spChg chg="del">
          <ac:chgData name="karannpote@gmail.com" userId="cf3a218662b640ea" providerId="LiveId" clId="{35D491A5-522F-464F-8660-80BCF680AA97}" dt="2025-09-11T16:54:29.636" v="1512" actId="478"/>
          <ac:spMkLst>
            <pc:docMk/>
            <pc:sldMk cId="3585987613" sldId="272"/>
            <ac:spMk id="3" creationId="{A3B83532-DA8A-2728-A542-FF8624EC9294}"/>
          </ac:spMkLst>
        </pc:spChg>
      </pc:sldChg>
      <pc:sldChg chg="modSp new mod">
        <pc:chgData name="karannpote@gmail.com" userId="cf3a218662b640ea" providerId="LiveId" clId="{35D491A5-522F-464F-8660-80BCF680AA97}" dt="2025-09-11T20:19:26.020" v="3921" actId="20577"/>
        <pc:sldMkLst>
          <pc:docMk/>
          <pc:sldMk cId="318068900" sldId="273"/>
        </pc:sldMkLst>
        <pc:spChg chg="mod">
          <ac:chgData name="karannpote@gmail.com" userId="cf3a218662b640ea" providerId="LiveId" clId="{35D491A5-522F-464F-8660-80BCF680AA97}" dt="2025-09-11T17:36:52.879" v="1674" actId="122"/>
          <ac:spMkLst>
            <pc:docMk/>
            <pc:sldMk cId="318068900" sldId="273"/>
            <ac:spMk id="2" creationId="{D2051C01-5E59-2CC6-612C-1CFD2195B905}"/>
          </ac:spMkLst>
        </pc:spChg>
        <pc:spChg chg="mod">
          <ac:chgData name="karannpote@gmail.com" userId="cf3a218662b640ea" providerId="LiveId" clId="{35D491A5-522F-464F-8660-80BCF680AA97}" dt="2025-09-11T20:19:26.020" v="3921" actId="20577"/>
          <ac:spMkLst>
            <pc:docMk/>
            <pc:sldMk cId="318068900" sldId="273"/>
            <ac:spMk id="3" creationId="{17FFAE35-6CFD-7720-2C6F-68E67E13371E}"/>
          </ac:spMkLst>
        </pc:spChg>
      </pc:sldChg>
      <pc:sldChg chg="modSp new mod ord">
        <pc:chgData name="karannpote@gmail.com" userId="cf3a218662b640ea" providerId="LiveId" clId="{35D491A5-522F-464F-8660-80BCF680AA97}" dt="2025-09-11T17:53:25.933" v="2250"/>
        <pc:sldMkLst>
          <pc:docMk/>
          <pc:sldMk cId="2888866485" sldId="274"/>
        </pc:sldMkLst>
        <pc:spChg chg="mod">
          <ac:chgData name="karannpote@gmail.com" userId="cf3a218662b640ea" providerId="LiveId" clId="{35D491A5-522F-464F-8660-80BCF680AA97}" dt="2025-09-11T17:36:45.141" v="1673" actId="20577"/>
          <ac:spMkLst>
            <pc:docMk/>
            <pc:sldMk cId="2888866485" sldId="274"/>
            <ac:spMk id="2" creationId="{28686476-1AD3-5A69-A768-86134E83C338}"/>
          </ac:spMkLst>
        </pc:spChg>
        <pc:spChg chg="mod">
          <ac:chgData name="karannpote@gmail.com" userId="cf3a218662b640ea" providerId="LiveId" clId="{35D491A5-522F-464F-8660-80BCF680AA97}" dt="2025-09-11T17:43:25.832" v="2188" actId="14100"/>
          <ac:spMkLst>
            <pc:docMk/>
            <pc:sldMk cId="2888866485" sldId="274"/>
            <ac:spMk id="3" creationId="{CD240BBF-C308-5634-4181-A04D1208ECA0}"/>
          </ac:spMkLst>
        </pc:spChg>
      </pc:sldChg>
      <pc:sldChg chg="addSp delSp modSp new mod ord modClrScheme chgLayout">
        <pc:chgData name="karannpote@gmail.com" userId="cf3a218662b640ea" providerId="LiveId" clId="{35D491A5-522F-464F-8660-80BCF680AA97}" dt="2025-09-11T17:53:33.991" v="2252"/>
        <pc:sldMkLst>
          <pc:docMk/>
          <pc:sldMk cId="1902851519" sldId="275"/>
        </pc:sldMkLst>
        <pc:spChg chg="del">
          <ac:chgData name="karannpote@gmail.com" userId="cf3a218662b640ea" providerId="LiveId" clId="{35D491A5-522F-464F-8660-80BCF680AA97}" dt="2025-09-11T17:45:18.383" v="2191" actId="478"/>
          <ac:spMkLst>
            <pc:docMk/>
            <pc:sldMk cId="1902851519" sldId="275"/>
            <ac:spMk id="2" creationId="{10258408-1909-DDA5-837F-25663FD43F6C}"/>
          </ac:spMkLst>
        </pc:spChg>
        <pc:spChg chg="del">
          <ac:chgData name="karannpote@gmail.com" userId="cf3a218662b640ea" providerId="LiveId" clId="{35D491A5-522F-464F-8660-80BCF680AA97}" dt="2025-09-11T17:45:15.068" v="2190"/>
          <ac:spMkLst>
            <pc:docMk/>
            <pc:sldMk cId="1902851519" sldId="275"/>
            <ac:spMk id="3" creationId="{3E257565-5FE4-3F3C-F49C-39C074F56460}"/>
          </ac:spMkLst>
        </pc:spChg>
        <pc:spChg chg="add mod ord">
          <ac:chgData name="karannpote@gmail.com" userId="cf3a218662b640ea" providerId="LiveId" clId="{35D491A5-522F-464F-8660-80BCF680AA97}" dt="2025-09-11T17:48:32.375" v="2232" actId="14100"/>
          <ac:spMkLst>
            <pc:docMk/>
            <pc:sldMk cId="1902851519" sldId="275"/>
            <ac:spMk id="5" creationId="{849BFC72-70DC-4085-6A0A-A5854B79CEE8}"/>
          </ac:spMkLst>
        </pc:spChg>
        <pc:graphicFrameChg chg="add mod ord modGraphic">
          <ac:chgData name="karannpote@gmail.com" userId="cf3a218662b640ea" providerId="LiveId" clId="{35D491A5-522F-464F-8660-80BCF680AA97}" dt="2025-09-11T17:49:25.969" v="2245" actId="113"/>
          <ac:graphicFrameMkLst>
            <pc:docMk/>
            <pc:sldMk cId="1902851519" sldId="275"/>
            <ac:graphicFrameMk id="4" creationId="{0E03B147-B886-DA00-D989-2693656F4CE1}"/>
          </ac:graphicFrameMkLst>
        </pc:graphicFrameChg>
      </pc:sldChg>
      <pc:sldChg chg="addSp delSp modSp new mod modClrScheme chgLayout">
        <pc:chgData name="karannpote@gmail.com" userId="cf3a218662b640ea" providerId="LiveId" clId="{35D491A5-522F-464F-8660-80BCF680AA97}" dt="2025-09-11T20:03:05.811" v="2526" actId="20577"/>
        <pc:sldMkLst>
          <pc:docMk/>
          <pc:sldMk cId="6052618" sldId="276"/>
        </pc:sldMkLst>
        <pc:spChg chg="add del mod ord">
          <ac:chgData name="karannpote@gmail.com" userId="cf3a218662b640ea" providerId="LiveId" clId="{35D491A5-522F-464F-8660-80BCF680AA97}" dt="2025-09-11T17:54:21.067" v="2253" actId="700"/>
          <ac:spMkLst>
            <pc:docMk/>
            <pc:sldMk cId="6052618" sldId="276"/>
            <ac:spMk id="2" creationId="{2CEE0BA6-6A92-5FC7-E6CD-6284A1CBC626}"/>
          </ac:spMkLst>
        </pc:spChg>
        <pc:spChg chg="add del mod ord">
          <ac:chgData name="karannpote@gmail.com" userId="cf3a218662b640ea" providerId="LiveId" clId="{35D491A5-522F-464F-8660-80BCF680AA97}" dt="2025-09-11T17:52:07.513" v="2248" actId="700"/>
          <ac:spMkLst>
            <pc:docMk/>
            <pc:sldMk cId="6052618" sldId="276"/>
            <ac:spMk id="3" creationId="{D97B43D7-6443-6434-504D-3A286C59BFB1}"/>
          </ac:spMkLst>
        </pc:spChg>
        <pc:spChg chg="add del mod ord">
          <ac:chgData name="karannpote@gmail.com" userId="cf3a218662b640ea" providerId="LiveId" clId="{35D491A5-522F-464F-8660-80BCF680AA97}" dt="2025-09-11T17:52:07.513" v="2248" actId="700"/>
          <ac:spMkLst>
            <pc:docMk/>
            <pc:sldMk cId="6052618" sldId="276"/>
            <ac:spMk id="4" creationId="{E56CE1B3-A68A-3A90-AF21-040FD128684A}"/>
          </ac:spMkLst>
        </pc:spChg>
        <pc:spChg chg="add mod ord">
          <ac:chgData name="karannpote@gmail.com" userId="cf3a218662b640ea" providerId="LiveId" clId="{35D491A5-522F-464F-8660-80BCF680AA97}" dt="2025-09-11T17:54:27.224" v="2260" actId="14100"/>
          <ac:spMkLst>
            <pc:docMk/>
            <pc:sldMk cId="6052618" sldId="276"/>
            <ac:spMk id="5" creationId="{479BDD4A-2336-AA48-BD9E-67CC9BDD032A}"/>
          </ac:spMkLst>
        </pc:spChg>
        <pc:spChg chg="add del mod ord">
          <ac:chgData name="karannpote@gmail.com" userId="cf3a218662b640ea" providerId="LiveId" clId="{35D491A5-522F-464F-8660-80BCF680AA97}" dt="2025-09-11T20:03:05.811" v="2526" actId="20577"/>
          <ac:spMkLst>
            <pc:docMk/>
            <pc:sldMk cId="6052618" sldId="276"/>
            <ac:spMk id="6" creationId="{9D9CBE95-7B1D-26A2-216C-0A95DB047138}"/>
          </ac:spMkLst>
        </pc:spChg>
        <pc:spChg chg="add mod">
          <ac:chgData name="karannpote@gmail.com" userId="cf3a218662b640ea" providerId="LiveId" clId="{35D491A5-522F-464F-8660-80BCF680AA97}" dt="2025-09-11T19:41:50.074" v="2263"/>
          <ac:spMkLst>
            <pc:docMk/>
            <pc:sldMk cId="6052618" sldId="276"/>
            <ac:spMk id="7" creationId="{B3D5587B-E141-F156-D798-905355608B04}"/>
          </ac:spMkLst>
        </pc:spChg>
        <pc:spChg chg="add mod">
          <ac:chgData name="karannpote@gmail.com" userId="cf3a218662b640ea" providerId="LiveId" clId="{35D491A5-522F-464F-8660-80BCF680AA97}" dt="2025-09-11T19:41:55.885" v="2265"/>
          <ac:spMkLst>
            <pc:docMk/>
            <pc:sldMk cId="6052618" sldId="276"/>
            <ac:spMk id="8" creationId="{7ABBAAE9-7303-AF1C-3329-AA870BCC63CB}"/>
          </ac:spMkLst>
        </pc:spChg>
      </pc:sldChg>
      <pc:sldChg chg="modSp new mod">
        <pc:chgData name="karannpote@gmail.com" userId="cf3a218662b640ea" providerId="LiveId" clId="{35D491A5-522F-464F-8660-80BCF680AA97}" dt="2025-09-11T20:04:45.266" v="2771" actId="20577"/>
        <pc:sldMkLst>
          <pc:docMk/>
          <pc:sldMk cId="3384240514" sldId="277"/>
        </pc:sldMkLst>
        <pc:spChg chg="mod">
          <ac:chgData name="karannpote@gmail.com" userId="cf3a218662b640ea" providerId="LiveId" clId="{35D491A5-522F-464F-8660-80BCF680AA97}" dt="2025-09-11T20:03:33.527" v="2537" actId="20577"/>
          <ac:spMkLst>
            <pc:docMk/>
            <pc:sldMk cId="3384240514" sldId="277"/>
            <ac:spMk id="2" creationId="{0A388830-E171-E078-3A49-4445129BE045}"/>
          </ac:spMkLst>
        </pc:spChg>
        <pc:spChg chg="mod">
          <ac:chgData name="karannpote@gmail.com" userId="cf3a218662b640ea" providerId="LiveId" clId="{35D491A5-522F-464F-8660-80BCF680AA97}" dt="2025-09-11T20:04:45.266" v="2771" actId="20577"/>
          <ac:spMkLst>
            <pc:docMk/>
            <pc:sldMk cId="3384240514" sldId="277"/>
            <ac:spMk id="3" creationId="{4ED07DEC-B2BE-4BF6-5A31-88491E67D99B}"/>
          </ac:spMkLst>
        </pc:spChg>
      </pc:sldChg>
      <pc:sldChg chg="modSp new mod">
        <pc:chgData name="karannpote@gmail.com" userId="cf3a218662b640ea" providerId="LiveId" clId="{35D491A5-522F-464F-8660-80BCF680AA97}" dt="2025-09-11T20:10:04.172" v="3093" actId="20577"/>
        <pc:sldMkLst>
          <pc:docMk/>
          <pc:sldMk cId="3528599238" sldId="278"/>
        </pc:sldMkLst>
        <pc:spChg chg="mod">
          <ac:chgData name="karannpote@gmail.com" userId="cf3a218662b640ea" providerId="LiveId" clId="{35D491A5-522F-464F-8660-80BCF680AA97}" dt="2025-09-11T20:05:02.597" v="2796" actId="14100"/>
          <ac:spMkLst>
            <pc:docMk/>
            <pc:sldMk cId="3528599238" sldId="278"/>
            <ac:spMk id="2" creationId="{CB9174AF-34F9-2593-ABCF-14FDE0E90297}"/>
          </ac:spMkLst>
        </pc:spChg>
        <pc:spChg chg="mod">
          <ac:chgData name="karannpote@gmail.com" userId="cf3a218662b640ea" providerId="LiveId" clId="{35D491A5-522F-464F-8660-80BCF680AA97}" dt="2025-09-11T20:10:04.172" v="3093" actId="20577"/>
          <ac:spMkLst>
            <pc:docMk/>
            <pc:sldMk cId="3528599238" sldId="278"/>
            <ac:spMk id="3" creationId="{624CFC26-F6D8-FF78-30AB-74384CBB84A3}"/>
          </ac:spMkLst>
        </pc:spChg>
      </pc:sldChg>
      <pc:sldChg chg="modSp new mod">
        <pc:chgData name="karannpote@gmail.com" userId="cf3a218662b640ea" providerId="LiveId" clId="{35D491A5-522F-464F-8660-80BCF680AA97}" dt="2025-09-11T20:13:24.434" v="3330" actId="20577"/>
        <pc:sldMkLst>
          <pc:docMk/>
          <pc:sldMk cId="1569754613" sldId="279"/>
        </pc:sldMkLst>
        <pc:spChg chg="mod">
          <ac:chgData name="karannpote@gmail.com" userId="cf3a218662b640ea" providerId="LiveId" clId="{35D491A5-522F-464F-8660-80BCF680AA97}" dt="2025-09-11T20:10:17.760" v="3109" actId="14100"/>
          <ac:spMkLst>
            <pc:docMk/>
            <pc:sldMk cId="1569754613" sldId="279"/>
            <ac:spMk id="2" creationId="{348A15F7-EE0D-2B11-48C6-1D2DB8F6A424}"/>
          </ac:spMkLst>
        </pc:spChg>
        <pc:spChg chg="mod">
          <ac:chgData name="karannpote@gmail.com" userId="cf3a218662b640ea" providerId="LiveId" clId="{35D491A5-522F-464F-8660-80BCF680AA97}" dt="2025-09-11T20:13:24.434" v="3330" actId="20577"/>
          <ac:spMkLst>
            <pc:docMk/>
            <pc:sldMk cId="1569754613" sldId="279"/>
            <ac:spMk id="3" creationId="{929CF7F4-1AEE-B713-DD1C-93D8B66014BB}"/>
          </ac:spMkLst>
        </pc:spChg>
      </pc:sldChg>
      <pc:sldChg chg="modSp new mod">
        <pc:chgData name="karannpote@gmail.com" userId="cf3a218662b640ea" providerId="LiveId" clId="{35D491A5-522F-464F-8660-80BCF680AA97}" dt="2025-09-11T20:15:41.684" v="3574" actId="20577"/>
        <pc:sldMkLst>
          <pc:docMk/>
          <pc:sldMk cId="4237797966" sldId="280"/>
        </pc:sldMkLst>
        <pc:spChg chg="mod">
          <ac:chgData name="karannpote@gmail.com" userId="cf3a218662b640ea" providerId="LiveId" clId="{35D491A5-522F-464F-8660-80BCF680AA97}" dt="2025-09-11T20:13:37.514" v="3344" actId="14100"/>
          <ac:spMkLst>
            <pc:docMk/>
            <pc:sldMk cId="4237797966" sldId="280"/>
            <ac:spMk id="2" creationId="{FF88BE75-930D-AA20-EE5E-B8A22C1E6584}"/>
          </ac:spMkLst>
        </pc:spChg>
        <pc:spChg chg="mod">
          <ac:chgData name="karannpote@gmail.com" userId="cf3a218662b640ea" providerId="LiveId" clId="{35D491A5-522F-464F-8660-80BCF680AA97}" dt="2025-09-11T20:15:41.684" v="3574" actId="20577"/>
          <ac:spMkLst>
            <pc:docMk/>
            <pc:sldMk cId="4237797966" sldId="280"/>
            <ac:spMk id="3" creationId="{B0BA29EC-54A5-137A-B810-18FE81FAC410}"/>
          </ac:spMkLst>
        </pc:spChg>
      </pc:sldChg>
      <pc:sldChg chg="modSp new mod">
        <pc:chgData name="karannpote@gmail.com" userId="cf3a218662b640ea" providerId="LiveId" clId="{35D491A5-522F-464F-8660-80BCF680AA97}" dt="2025-09-11T20:17:55.687" v="3903" actId="20577"/>
        <pc:sldMkLst>
          <pc:docMk/>
          <pc:sldMk cId="2293069617" sldId="281"/>
        </pc:sldMkLst>
        <pc:spChg chg="mod">
          <ac:chgData name="karannpote@gmail.com" userId="cf3a218662b640ea" providerId="LiveId" clId="{35D491A5-522F-464F-8660-80BCF680AA97}" dt="2025-09-11T20:15:58.394" v="3595" actId="14100"/>
          <ac:spMkLst>
            <pc:docMk/>
            <pc:sldMk cId="2293069617" sldId="281"/>
            <ac:spMk id="2" creationId="{91D54123-88D4-292C-0F5D-05717EAAFC89}"/>
          </ac:spMkLst>
        </pc:spChg>
        <pc:spChg chg="mod">
          <ac:chgData name="karannpote@gmail.com" userId="cf3a218662b640ea" providerId="LiveId" clId="{35D491A5-522F-464F-8660-80BCF680AA97}" dt="2025-09-11T20:17:55.687" v="3903" actId="20577"/>
          <ac:spMkLst>
            <pc:docMk/>
            <pc:sldMk cId="2293069617" sldId="281"/>
            <ac:spMk id="3" creationId="{10ED2753-AE9C-FF2A-D845-617CC9D380DE}"/>
          </ac:spMkLst>
        </pc:spChg>
      </pc:sldChg>
      <pc:sldChg chg="addSp delSp modSp new mod ord modClrScheme chgLayout">
        <pc:chgData name="karannpote@gmail.com" userId="cf3a218662b640ea" providerId="LiveId" clId="{35D491A5-522F-464F-8660-80BCF680AA97}" dt="2025-09-12T11:53:51.286" v="3968"/>
        <pc:sldMkLst>
          <pc:docMk/>
          <pc:sldMk cId="2812174374" sldId="282"/>
        </pc:sldMkLst>
        <pc:spChg chg="del">
          <ac:chgData name="karannpote@gmail.com" userId="cf3a218662b640ea" providerId="LiveId" clId="{35D491A5-522F-464F-8660-80BCF680AA97}" dt="2025-09-12T01:07:40.120" v="3923" actId="700"/>
          <ac:spMkLst>
            <pc:docMk/>
            <pc:sldMk cId="2812174374" sldId="282"/>
            <ac:spMk id="2" creationId="{F82BA0FB-274A-5ED3-670B-8E827015B052}"/>
          </ac:spMkLst>
        </pc:spChg>
        <pc:spChg chg="del">
          <ac:chgData name="karannpote@gmail.com" userId="cf3a218662b640ea" providerId="LiveId" clId="{35D491A5-522F-464F-8660-80BCF680AA97}" dt="2025-09-12T01:07:40.120" v="3923" actId="700"/>
          <ac:spMkLst>
            <pc:docMk/>
            <pc:sldMk cId="2812174374" sldId="282"/>
            <ac:spMk id="3" creationId="{2196C2D9-6DCA-7750-CC24-7625BAA9CB0E}"/>
          </ac:spMkLst>
        </pc:spChg>
        <pc:picChg chg="add mod">
          <ac:chgData name="karannpote@gmail.com" userId="cf3a218662b640ea" providerId="LiveId" clId="{35D491A5-522F-464F-8660-80BCF680AA97}" dt="2025-09-12T01:08:37.423" v="3927" actId="1076"/>
          <ac:picMkLst>
            <pc:docMk/>
            <pc:sldMk cId="2812174374" sldId="282"/>
            <ac:picMk id="5" creationId="{3F00C843-0D25-D63F-F9AF-FF68687951E9}"/>
          </ac:picMkLst>
        </pc:picChg>
      </pc:sldChg>
      <pc:sldChg chg="addSp modSp new mod modClrScheme chgLayout">
        <pc:chgData name="karannpote@gmail.com" userId="cf3a218662b640ea" providerId="LiveId" clId="{35D491A5-522F-464F-8660-80BCF680AA97}" dt="2025-09-12T01:31:58.176" v="3948" actId="1076"/>
        <pc:sldMkLst>
          <pc:docMk/>
          <pc:sldMk cId="3766856358" sldId="283"/>
        </pc:sldMkLst>
        <pc:spChg chg="add mod">
          <ac:chgData name="karannpote@gmail.com" userId="cf3a218662b640ea" providerId="LiveId" clId="{35D491A5-522F-464F-8660-80BCF680AA97}" dt="2025-09-12T01:31:58.176" v="3948" actId="1076"/>
          <ac:spMkLst>
            <pc:docMk/>
            <pc:sldMk cId="3766856358" sldId="283"/>
            <ac:spMk id="2" creationId="{22139F3A-60BA-1999-05C7-85DF151E4303}"/>
          </ac:spMkLst>
        </pc:spChg>
      </pc:sldChg>
      <pc:sldChg chg="add">
        <pc:chgData name="karannpote@gmail.com" userId="cf3a218662b640ea" providerId="LiveId" clId="{35D491A5-522F-464F-8660-80BCF680AA97}" dt="2025-09-12T01:32:20.189" v="3949"/>
        <pc:sldMkLst>
          <pc:docMk/>
          <pc:sldMk cId="3703042140" sldId="284"/>
        </pc:sldMkLst>
      </pc:sldChg>
      <pc:sldChg chg="modSp new mod">
        <pc:chgData name="karannpote@gmail.com" userId="cf3a218662b640ea" providerId="LiveId" clId="{35D491A5-522F-464F-8660-80BCF680AA97}" dt="2025-09-12T11:49:12.068" v="3965" actId="20577"/>
        <pc:sldMkLst>
          <pc:docMk/>
          <pc:sldMk cId="480491156" sldId="285"/>
        </pc:sldMkLst>
        <pc:spChg chg="mod">
          <ac:chgData name="karannpote@gmail.com" userId="cf3a218662b640ea" providerId="LiveId" clId="{35D491A5-522F-464F-8660-80BCF680AA97}" dt="2025-09-12T11:49:12.068" v="3965" actId="20577"/>
          <ac:spMkLst>
            <pc:docMk/>
            <pc:sldMk cId="480491156" sldId="285"/>
            <ac:spMk id="2" creationId="{CD6537C7-2AE6-C59B-E028-188D523C3A53}"/>
          </ac:spMkLst>
        </pc:spChg>
      </pc:sldChg>
      <pc:sldMasterChg chg="addSldLayout">
        <pc:chgData name="karannpote@gmail.com" userId="cf3a218662b640ea" providerId="LiveId" clId="{35D491A5-522F-464F-8660-80BCF680AA97}" dt="2025-09-11T10:41:12.452" v="0" actId="680"/>
        <pc:sldMasterMkLst>
          <pc:docMk/>
          <pc:sldMasterMk cId="2870602990" sldId="2147483648"/>
        </pc:sldMasterMkLst>
        <pc:sldLayoutChg chg="add">
          <pc:chgData name="karannpote@gmail.com" userId="cf3a218662b640ea" providerId="LiveId" clId="{35D491A5-522F-464F-8660-80BCF680AA97}" dt="2025-09-11T10:41:12.452" v="0" actId="680"/>
          <pc:sldLayoutMkLst>
            <pc:docMk/>
            <pc:sldMasterMk cId="2870602990" sldId="2147483648"/>
            <pc:sldLayoutMk cId="1458504632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091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699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6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226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43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831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682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935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628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923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9203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891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1155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197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579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77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648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D5747-C99F-4026-1846-112C234FBD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400" dirty="0"/>
              <a:t>Introduction to Full-Stack App Development</a:t>
            </a:r>
            <a:endParaRPr lang="en-IN" sz="4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1F17C0-8163-9FB2-4FA0-9E8507D33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067" y="4881102"/>
            <a:ext cx="2286000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VSOC Logo">
            <a:extLst>
              <a:ext uri="{FF2B5EF4-FFF2-40B4-BE49-F238E27FC236}">
                <a16:creationId xmlns:a16="http://schemas.microsoft.com/office/drawing/2014/main" id="{D044D8C0-0446-1465-C848-0FD040688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8003" y="4881102"/>
            <a:ext cx="2286000" cy="1711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687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884A6E-DC94-E2B9-5C0E-29C2D9EA8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562" y="3001297"/>
            <a:ext cx="8596668" cy="855406"/>
          </a:xfrm>
        </p:spPr>
        <p:txBody>
          <a:bodyPr/>
          <a:lstStyle/>
          <a:p>
            <a:pPr algn="ctr"/>
            <a:r>
              <a:rPr lang="en-IN" dirty="0"/>
              <a:t>Week 0</a:t>
            </a:r>
          </a:p>
        </p:txBody>
      </p:sp>
    </p:spTree>
    <p:extLst>
      <p:ext uri="{BB962C8B-B14F-4D97-AF65-F5344CB8AC3E}">
        <p14:creationId xmlns:p14="http://schemas.microsoft.com/office/powerpoint/2010/main" val="2444772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E4337-139F-0974-165F-722A54B17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772" y="3038577"/>
            <a:ext cx="8596668" cy="780845"/>
          </a:xfrm>
        </p:spPr>
        <p:txBody>
          <a:bodyPr/>
          <a:lstStyle/>
          <a:p>
            <a:pPr algn="ctr"/>
            <a:r>
              <a:rPr lang="en-IN" dirty="0"/>
              <a:t>Recap…</a:t>
            </a:r>
          </a:p>
        </p:txBody>
      </p:sp>
    </p:spTree>
    <p:extLst>
      <p:ext uri="{BB962C8B-B14F-4D97-AF65-F5344CB8AC3E}">
        <p14:creationId xmlns:p14="http://schemas.microsoft.com/office/powerpoint/2010/main" val="4243210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68015-1224-182E-760D-8C0FDEE8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6748"/>
          </a:xfrm>
        </p:spPr>
        <p:txBody>
          <a:bodyPr/>
          <a:lstStyle/>
          <a:p>
            <a:pPr algn="ctr"/>
            <a:r>
              <a:rPr lang="en-IN" dirty="0"/>
              <a:t>App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4813A-C1D8-4747-64C1-3DD97220C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4335"/>
            <a:ext cx="8596668" cy="453702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Single Platform App Development:</a:t>
            </a:r>
          </a:p>
          <a:p>
            <a:pPr>
              <a:buFont typeface="+mj-lt"/>
              <a:buAutoNum type="arabicPeriod"/>
            </a:pPr>
            <a:r>
              <a:rPr lang="en-IN" dirty="0"/>
              <a:t>Java or Kotlin: Android App Development</a:t>
            </a:r>
          </a:p>
          <a:p>
            <a:pPr>
              <a:buFont typeface="+mj-lt"/>
              <a:buAutoNum type="arabicPeriod"/>
            </a:pPr>
            <a:r>
              <a:rPr lang="en-IN" dirty="0"/>
              <a:t>Swift: iOS App Development</a:t>
            </a:r>
          </a:p>
          <a:p>
            <a:pPr>
              <a:buFont typeface="+mj-lt"/>
              <a:buAutoNum type="arabicPeriod"/>
            </a:pP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Cross Platform App Development:</a:t>
            </a:r>
          </a:p>
          <a:p>
            <a:pPr>
              <a:buFont typeface="+mj-lt"/>
              <a:buAutoNum type="arabicPeriod"/>
            </a:pPr>
            <a:r>
              <a:rPr lang="en-IN" dirty="0"/>
              <a:t>Flutter: Android; iOS; Windows; Web; Linux; MacOS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96011A-2863-560D-05C5-C1AE4AB24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4192898"/>
            <a:ext cx="1966451" cy="19664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70832F-A4FE-E230-32EE-56E479EA79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761" y="4357280"/>
            <a:ext cx="2619375" cy="17430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EBCCD3-66B8-F21E-0DCF-9251F7B1CD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124" y="4357280"/>
            <a:ext cx="3542866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26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3E9B5-40C6-C880-649C-113C71E05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7755"/>
          </a:xfrm>
        </p:spPr>
        <p:txBody>
          <a:bodyPr/>
          <a:lstStyle/>
          <a:p>
            <a:pPr algn="ctr"/>
            <a:r>
              <a:rPr lang="en-IN" dirty="0"/>
              <a:t>Language vs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936D8-0E67-4CAF-2C73-74D155977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92826"/>
            <a:ext cx="8596668" cy="4807974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Language: </a:t>
            </a:r>
            <a:r>
              <a:rPr lang="en-US" dirty="0"/>
              <a:t>A language is like the words you use to talk.</a:t>
            </a:r>
          </a:p>
          <a:p>
            <a:pPr marL="0" indent="0">
              <a:buNone/>
            </a:pPr>
            <a:r>
              <a:rPr lang="en-US" dirty="0"/>
              <a:t>	Examples: Java, Swift, Python, C, C++, etc.</a:t>
            </a:r>
          </a:p>
          <a:p>
            <a:pPr marL="0" indent="0">
              <a:buNone/>
            </a:pPr>
            <a:r>
              <a:rPr lang="en-US" dirty="0"/>
              <a:t>	Language alone doesn’t help us build apps quickly, we would have to code 	everything from scratch.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Framework: A framework is like a toolbox + shortcut for building something.</a:t>
            </a:r>
          </a:p>
          <a:p>
            <a:pPr marL="0" indent="0">
              <a:buNone/>
            </a:pPr>
            <a:r>
              <a:rPr lang="en-US" dirty="0"/>
              <a:t>	Examples: React Native, Angular, Django, etc.</a:t>
            </a:r>
          </a:p>
          <a:p>
            <a:pPr marL="0" indent="0">
              <a:buNone/>
            </a:pPr>
            <a:r>
              <a:rPr lang="en-US" dirty="0"/>
              <a:t>	It is built on top of a language and provides: ready made tools like Widgets, 	libraries, structure, etc.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 our Case:</a:t>
            </a:r>
          </a:p>
          <a:p>
            <a:pPr marL="0" indent="0">
              <a:buNone/>
            </a:pPr>
            <a:r>
              <a:rPr lang="en-US" dirty="0"/>
              <a:t>	Language: Dart</a:t>
            </a:r>
          </a:p>
          <a:p>
            <a:pPr marL="0" indent="0">
              <a:buNone/>
            </a:pPr>
            <a:r>
              <a:rPr lang="en-US" dirty="0"/>
              <a:t>	Framework: Flutter</a:t>
            </a:r>
          </a:p>
          <a:p>
            <a:pPr marL="0" indent="0">
              <a:buNone/>
            </a:pPr>
            <a:r>
              <a:rPr lang="en-US" dirty="0"/>
              <a:t>	Both are developed by GOOGLE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89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5C68E-0110-0918-5E10-C1C854B04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92" y="1976284"/>
            <a:ext cx="8596668" cy="865239"/>
          </a:xfrm>
        </p:spPr>
        <p:txBody>
          <a:bodyPr/>
          <a:lstStyle/>
          <a:p>
            <a:pPr algn="ctr"/>
            <a:r>
              <a:rPr lang="en-IN" dirty="0"/>
              <a:t>Intro to Dart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02A083-FE72-35AC-3FDD-3DF797048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714" y="2998839"/>
            <a:ext cx="3887223" cy="218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93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BEC6B9-CA5A-FD2C-F00A-444C0213E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6581"/>
          </a:xfrm>
        </p:spPr>
        <p:txBody>
          <a:bodyPr/>
          <a:lstStyle/>
          <a:p>
            <a:pPr algn="ctr"/>
            <a:r>
              <a:rPr lang="en-IN" dirty="0"/>
              <a:t>Dart 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CF01-69CF-17CC-3E43-4216ADC82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96181"/>
            <a:ext cx="8596668" cy="4645181"/>
          </a:xfrm>
        </p:spPr>
        <p:txBody>
          <a:bodyPr/>
          <a:lstStyle/>
          <a:p>
            <a:r>
              <a:rPr lang="en-IN" dirty="0"/>
              <a:t>Hello World Program</a:t>
            </a:r>
          </a:p>
          <a:p>
            <a:r>
              <a:rPr lang="en-IN" dirty="0"/>
              <a:t>main()</a:t>
            </a:r>
          </a:p>
          <a:p>
            <a:r>
              <a:rPr lang="en-IN" dirty="0"/>
              <a:t>Variables and Constants</a:t>
            </a:r>
          </a:p>
          <a:p>
            <a:r>
              <a:rPr lang="en-IN" dirty="0"/>
              <a:t>User Input</a:t>
            </a:r>
          </a:p>
          <a:p>
            <a:r>
              <a:rPr lang="en-IN" dirty="0"/>
              <a:t>If-else control</a:t>
            </a:r>
          </a:p>
          <a:p>
            <a:r>
              <a:rPr lang="en-IN" dirty="0"/>
              <a:t>Loops</a:t>
            </a:r>
          </a:p>
          <a:p>
            <a:r>
              <a:rPr lang="en-IN" dirty="0"/>
              <a:t>Functions</a:t>
            </a:r>
          </a:p>
          <a:p>
            <a:r>
              <a:rPr lang="en-IN" dirty="0"/>
              <a:t>Lists, Set, Map</a:t>
            </a:r>
          </a:p>
        </p:txBody>
      </p:sp>
    </p:spTree>
    <p:extLst>
      <p:ext uri="{BB962C8B-B14F-4D97-AF65-F5344CB8AC3E}">
        <p14:creationId xmlns:p14="http://schemas.microsoft.com/office/powerpoint/2010/main" val="938437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1A8F5-B643-3D7E-E051-EE3BFB300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818" y="3065206"/>
            <a:ext cx="8596668" cy="727587"/>
          </a:xfrm>
        </p:spPr>
        <p:txBody>
          <a:bodyPr/>
          <a:lstStyle/>
          <a:p>
            <a:pPr algn="ctr"/>
            <a:r>
              <a:rPr lang="en-IN" dirty="0"/>
              <a:t>Lecture 2 begins…</a:t>
            </a:r>
          </a:p>
        </p:txBody>
      </p:sp>
    </p:spTree>
    <p:extLst>
      <p:ext uri="{BB962C8B-B14F-4D97-AF65-F5344CB8AC3E}">
        <p14:creationId xmlns:p14="http://schemas.microsoft.com/office/powerpoint/2010/main" val="4161431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0B1F8-9852-2C68-24B2-E429EC2AC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7755"/>
          </a:xfrm>
        </p:spPr>
        <p:txBody>
          <a:bodyPr/>
          <a:lstStyle/>
          <a:p>
            <a:pPr algn="ctr"/>
            <a:r>
              <a:rPr lang="en-IN" dirty="0"/>
              <a:t>Frontend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8446A-9FE2-D9A4-AA36-EBBE1F0B3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2323"/>
            <a:ext cx="8596668" cy="1806677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Client side.</a:t>
            </a:r>
          </a:p>
          <a:p>
            <a:r>
              <a:rPr lang="en-IN" dirty="0"/>
              <a:t>It is the visible part of the app that user can interact with.</a:t>
            </a:r>
          </a:p>
          <a:p>
            <a:r>
              <a:rPr lang="en-IN" dirty="0"/>
              <a:t>It focuses on user experience (UX) and design (UI).</a:t>
            </a:r>
          </a:p>
          <a:p>
            <a:r>
              <a:rPr lang="en-IN" dirty="0"/>
              <a:t>Written using Dart with the framework Flutter.</a:t>
            </a:r>
          </a:p>
          <a:p>
            <a:r>
              <a:rPr lang="en-IN" dirty="0"/>
              <a:t>It needs to be responsive.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B04197-9873-18FC-0755-59CEB06D7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3696929"/>
            <a:ext cx="3871789" cy="25844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A4B7C9-689B-29E5-F7D6-0F8DC97DA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918" y="3023420"/>
            <a:ext cx="3077495" cy="307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90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65707-0262-EA72-B89D-001180744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6916"/>
          </a:xfrm>
        </p:spPr>
        <p:txBody>
          <a:bodyPr/>
          <a:lstStyle/>
          <a:p>
            <a:pPr algn="ctr"/>
            <a:r>
              <a:rPr lang="en-IN" dirty="0"/>
              <a:t>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49417-E489-C63B-C50E-863098DFD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6517"/>
            <a:ext cx="8596668" cy="2762864"/>
          </a:xfrm>
        </p:spPr>
        <p:txBody>
          <a:bodyPr>
            <a:normAutofit/>
          </a:bodyPr>
          <a:lstStyle/>
          <a:p>
            <a:r>
              <a:rPr lang="en-IN" dirty="0"/>
              <a:t>Server side.</a:t>
            </a:r>
          </a:p>
          <a:p>
            <a:r>
              <a:rPr lang="en-IN" dirty="0"/>
              <a:t>It is like the engine for the app.</a:t>
            </a:r>
          </a:p>
          <a:p>
            <a:r>
              <a:rPr lang="en-IN" dirty="0"/>
              <a:t>Handles logic, security, authentication, and processing user requests.</a:t>
            </a:r>
          </a:p>
          <a:p>
            <a:r>
              <a:rPr lang="en-IN" dirty="0"/>
              <a:t>Written in JavaScript using framework Express.js.</a:t>
            </a:r>
          </a:p>
          <a:p>
            <a:r>
              <a:rPr lang="en-IN" dirty="0"/>
              <a:t>Manages communication between Frontend and Database.</a:t>
            </a:r>
          </a:p>
          <a:p>
            <a:r>
              <a:rPr lang="en-IN" dirty="0"/>
              <a:t>Written using JavaScript with framework Express.js.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B61327-C35B-32A6-9A13-85A8EC676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8331" y="4243848"/>
            <a:ext cx="40005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271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1499F-AFCE-C404-AA7B-CAB11387D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7084"/>
          </a:xfrm>
        </p:spPr>
        <p:txBody>
          <a:bodyPr/>
          <a:lstStyle/>
          <a:p>
            <a:pPr algn="ctr"/>
            <a:r>
              <a:rPr lang="en-IN" dirty="0"/>
              <a:t>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24D86-3624-FF71-B78C-2AE11528B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4672"/>
            <a:ext cx="8596668" cy="2526890"/>
          </a:xfrm>
        </p:spPr>
        <p:txBody>
          <a:bodyPr/>
          <a:lstStyle/>
          <a:p>
            <a:r>
              <a:rPr lang="en-IN" dirty="0"/>
              <a:t>Storage system for apps.</a:t>
            </a:r>
          </a:p>
          <a:p>
            <a:r>
              <a:rPr lang="en-IN" dirty="0"/>
              <a:t>Stores user accounts, product catalogue, transactions, etc.</a:t>
            </a:r>
          </a:p>
          <a:p>
            <a:r>
              <a:rPr lang="en-IN" dirty="0"/>
              <a:t>Ensures data is retrievable, secure and consistent.</a:t>
            </a:r>
          </a:p>
          <a:p>
            <a:r>
              <a:rPr lang="en-IN" dirty="0"/>
              <a:t>2 types: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SQL (Relational) : Organized in Tables (e.g.: MySQL, PostgreSQL)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NoSQL (Non-relational) : flexible structure (e.g.: MongoDB, Firebase)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03A04B-F672-09FB-4603-8D1369735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904" y="4011562"/>
            <a:ext cx="1857528" cy="249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449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16A3-57BE-6F1D-48AE-68FE11AED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7755"/>
          </a:xfrm>
        </p:spPr>
        <p:txBody>
          <a:bodyPr/>
          <a:lstStyle/>
          <a:p>
            <a:pPr algn="ctr"/>
            <a:r>
              <a:rPr lang="en-IN" dirty="0"/>
              <a:t>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92479-3412-FD33-9657-2C5AAC4F2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5007"/>
            <a:ext cx="8596668" cy="4576356"/>
          </a:xfrm>
        </p:spPr>
        <p:txBody>
          <a:bodyPr/>
          <a:lstStyle/>
          <a:p>
            <a:r>
              <a:rPr lang="en-IN" dirty="0"/>
              <a:t>API = Application Programming Interface.</a:t>
            </a:r>
          </a:p>
          <a:p>
            <a:r>
              <a:rPr lang="en-IN" dirty="0"/>
              <a:t>Set of rules that let different software components talk to each other.</a:t>
            </a:r>
          </a:p>
          <a:p>
            <a:r>
              <a:rPr lang="en-IN" dirty="0"/>
              <a:t>Acts like a messenger between our apps and third-party software.</a:t>
            </a:r>
          </a:p>
          <a:p>
            <a:r>
              <a:rPr lang="en-US" dirty="0"/>
              <a:t>Examples: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Food delivery apps use APIs to fetch live restaurant menus.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Payment gateways (</a:t>
            </a:r>
            <a:r>
              <a:rPr lang="en-US" sz="1800" dirty="0" err="1"/>
              <a:t>Razorpay</a:t>
            </a:r>
            <a:r>
              <a:rPr lang="en-US" sz="1800" dirty="0"/>
              <a:t>/PayPal API) handle transactions securely.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Weather app shows live updates using weather APIs.</a:t>
            </a:r>
          </a:p>
        </p:txBody>
      </p:sp>
    </p:spTree>
    <p:extLst>
      <p:ext uri="{BB962C8B-B14F-4D97-AF65-F5344CB8AC3E}">
        <p14:creationId xmlns:p14="http://schemas.microsoft.com/office/powerpoint/2010/main" val="3895248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40FF4-2D9B-C281-05A2-14818533F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831" y="3009080"/>
            <a:ext cx="8596668" cy="839839"/>
          </a:xfrm>
        </p:spPr>
        <p:txBody>
          <a:bodyPr/>
          <a:lstStyle/>
          <a:p>
            <a:pPr algn="ctr"/>
            <a:r>
              <a:rPr lang="en-IN" dirty="0"/>
              <a:t>OOPs…</a:t>
            </a:r>
          </a:p>
        </p:txBody>
      </p:sp>
    </p:spTree>
    <p:extLst>
      <p:ext uri="{BB962C8B-B14F-4D97-AF65-F5344CB8AC3E}">
        <p14:creationId xmlns:p14="http://schemas.microsoft.com/office/powerpoint/2010/main" val="3585987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6476-1AD3-5A69-A768-86134E83C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96413"/>
          </a:xfrm>
        </p:spPr>
        <p:txBody>
          <a:bodyPr/>
          <a:lstStyle/>
          <a:p>
            <a:pPr algn="ctr"/>
            <a:r>
              <a:rPr lang="en-IN" dirty="0"/>
              <a:t>OOPs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40BBF-C308-5634-4181-A04D1208E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6013"/>
            <a:ext cx="9164756" cy="2861187"/>
          </a:xfrm>
        </p:spPr>
        <p:txBody>
          <a:bodyPr/>
          <a:lstStyle/>
          <a:p>
            <a:r>
              <a:rPr lang="en-IN" dirty="0"/>
              <a:t>Modularity: breaking code into independent, reusable module. (class/object)</a:t>
            </a:r>
          </a:p>
          <a:p>
            <a:r>
              <a:rPr lang="en-IN" dirty="0"/>
              <a:t>Reusability: using existing code instead of rewriting.</a:t>
            </a:r>
          </a:p>
          <a:p>
            <a:r>
              <a:rPr lang="en-IN" dirty="0"/>
              <a:t>Maintainability: encapsulation and modularity makes it easy to update/debug.</a:t>
            </a:r>
          </a:p>
          <a:p>
            <a:r>
              <a:rPr lang="en-IN" dirty="0"/>
              <a:t>Extensibility: new features can be easily added without breaking the existing code.</a:t>
            </a:r>
          </a:p>
          <a:p>
            <a:r>
              <a:rPr lang="en-IN" dirty="0"/>
              <a:t>Security: data hiding (encapsulation) protects from unauthorized access.</a:t>
            </a:r>
          </a:p>
          <a:p>
            <a:r>
              <a:rPr lang="en-IN" dirty="0"/>
              <a:t>Scalability: OOP design supports scaling large application by organizing code into classes.</a:t>
            </a:r>
          </a:p>
        </p:txBody>
      </p:sp>
    </p:spTree>
    <p:extLst>
      <p:ext uri="{BB962C8B-B14F-4D97-AF65-F5344CB8AC3E}">
        <p14:creationId xmlns:p14="http://schemas.microsoft.com/office/powerpoint/2010/main" val="2888866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9BFC72-70DC-4085-6A0A-A5854B79C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8090"/>
          </a:xfrm>
        </p:spPr>
        <p:txBody>
          <a:bodyPr/>
          <a:lstStyle/>
          <a:p>
            <a:pPr algn="ctr"/>
            <a:r>
              <a:rPr lang="en-IN" dirty="0"/>
              <a:t>OOP vs POP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03B147-B886-DA00-D989-2693656F4CE1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815955789"/>
              </p:ext>
            </p:extLst>
          </p:nvPr>
        </p:nvGraphicFramePr>
        <p:xfrm>
          <a:off x="1012986" y="1638300"/>
          <a:ext cx="7925364" cy="3581400"/>
        </p:xfrm>
        <a:graphic>
          <a:graphicData uri="http://schemas.openxmlformats.org/drawingml/2006/table">
            <a:tbl>
              <a:tblPr/>
              <a:tblGrid>
                <a:gridCol w="1833880">
                  <a:extLst>
                    <a:ext uri="{9D8B030D-6E8A-4147-A177-3AD203B41FA5}">
                      <a16:colId xmlns:a16="http://schemas.microsoft.com/office/drawing/2014/main" val="2377129107"/>
                    </a:ext>
                  </a:extLst>
                </a:gridCol>
                <a:gridCol w="3210632">
                  <a:extLst>
                    <a:ext uri="{9D8B030D-6E8A-4147-A177-3AD203B41FA5}">
                      <a16:colId xmlns:a16="http://schemas.microsoft.com/office/drawing/2014/main" val="3581989277"/>
                    </a:ext>
                  </a:extLst>
                </a:gridCol>
                <a:gridCol w="2880852">
                  <a:extLst>
                    <a:ext uri="{9D8B030D-6E8A-4147-A177-3AD203B41FA5}">
                      <a16:colId xmlns:a16="http://schemas.microsoft.com/office/drawing/2014/main" val="544425794"/>
                    </a:ext>
                  </a:extLst>
                </a:gridCol>
              </a:tblGrid>
              <a:tr h="229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/>
                        <a:t>POP (Procedure-Oriented)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/>
                        <a:t>OOP (Object-Oriented)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279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Approach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Focus on functions/procedures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Focus on objects &amp; classes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624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Data is global &amp; shared, less secure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Data is encapsulated inside objects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2041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Reusability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Harder to reuse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Code reusability through inheritance &amp; polymorphism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21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Maintainability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Complex as project grows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Easier due to modular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279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C, Pascal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Java, C++, Python, Dart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49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851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51C01-5E59-2CC6-612C-1CFD2195B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6581"/>
          </a:xfrm>
        </p:spPr>
        <p:txBody>
          <a:bodyPr/>
          <a:lstStyle/>
          <a:p>
            <a:pPr algn="ctr"/>
            <a:r>
              <a:rPr lang="en-IN" dirty="0"/>
              <a:t>OOPs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FAE35-6CFD-7720-2C6F-68E67E133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96181"/>
            <a:ext cx="8596668" cy="4645181"/>
          </a:xfrm>
        </p:spPr>
        <p:txBody>
          <a:bodyPr/>
          <a:lstStyle/>
          <a:p>
            <a:r>
              <a:rPr lang="en-IN" dirty="0"/>
              <a:t>Class</a:t>
            </a:r>
          </a:p>
          <a:p>
            <a:r>
              <a:rPr lang="en-IN" dirty="0"/>
              <a:t>Object</a:t>
            </a:r>
          </a:p>
          <a:p>
            <a:r>
              <a:rPr lang="en-IN" dirty="0"/>
              <a:t>Data Abstraction</a:t>
            </a:r>
          </a:p>
          <a:p>
            <a:r>
              <a:rPr lang="en-IN" dirty="0"/>
              <a:t>Encapsulation</a:t>
            </a:r>
          </a:p>
          <a:p>
            <a:r>
              <a:rPr lang="en-IN" dirty="0"/>
              <a:t>Inheritance</a:t>
            </a:r>
          </a:p>
          <a:p>
            <a:r>
              <a:rPr lang="en-IN" dirty="0"/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318068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79BDD4A-2336-AA48-BD9E-67CC9BDD0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6916"/>
          </a:xfrm>
        </p:spPr>
        <p:txBody>
          <a:bodyPr/>
          <a:lstStyle/>
          <a:p>
            <a:pPr algn="ctr"/>
            <a:r>
              <a:rPr lang="en-IN" dirty="0"/>
              <a:t>Class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9CBE95-7B1D-26A2-216C-0A95DB047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3497"/>
            <a:ext cx="8596668" cy="4487865"/>
          </a:xfrm>
        </p:spPr>
        <p:txBody>
          <a:bodyPr/>
          <a:lstStyle/>
          <a:p>
            <a:r>
              <a:rPr lang="en-IN" dirty="0"/>
              <a:t>A blueprint or template for creating objects.</a:t>
            </a:r>
          </a:p>
          <a:p>
            <a:r>
              <a:rPr lang="en-IN" dirty="0"/>
              <a:t>Defines properties (variables/attributes) and methods (functions/behaviours).</a:t>
            </a:r>
          </a:p>
          <a:p>
            <a:r>
              <a:rPr lang="en-IN" dirty="0"/>
              <a:t>Helps organize and modularize code.</a:t>
            </a:r>
          </a:p>
          <a:p>
            <a:r>
              <a:rPr lang="en-IN" dirty="0"/>
              <a:t>Example: A car with attributes: colour, model and methods: drive().</a:t>
            </a:r>
          </a:p>
        </p:txBody>
      </p:sp>
    </p:spTree>
    <p:extLst>
      <p:ext uri="{BB962C8B-B14F-4D97-AF65-F5344CB8AC3E}">
        <p14:creationId xmlns:p14="http://schemas.microsoft.com/office/powerpoint/2010/main" val="6052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88830-E171-E078-3A49-4445129BE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6581"/>
          </a:xfrm>
        </p:spPr>
        <p:txBody>
          <a:bodyPr/>
          <a:lstStyle/>
          <a:p>
            <a:pPr algn="ctr"/>
            <a:r>
              <a:rPr lang="en-IN" dirty="0"/>
              <a:t>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07DEC-B2BE-4BF6-5A31-88491E67D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3497"/>
            <a:ext cx="8596668" cy="4487865"/>
          </a:xfrm>
        </p:spPr>
        <p:txBody>
          <a:bodyPr/>
          <a:lstStyle/>
          <a:p>
            <a:r>
              <a:rPr lang="en-IN" dirty="0"/>
              <a:t>Instance of a class.</a:t>
            </a:r>
          </a:p>
          <a:p>
            <a:r>
              <a:rPr lang="en-IN" dirty="0"/>
              <a:t>Real-world entities.</a:t>
            </a:r>
          </a:p>
          <a:p>
            <a:r>
              <a:rPr lang="en-IN" dirty="0"/>
              <a:t>Each object has its own data and can perform actions.</a:t>
            </a:r>
          </a:p>
          <a:p>
            <a:r>
              <a:rPr lang="en-IN" dirty="0"/>
              <a:t>Multiple objects can be created from the same class.</a:t>
            </a:r>
          </a:p>
          <a:p>
            <a:r>
              <a:rPr lang="en-IN" dirty="0"/>
              <a:t>Example: Tesla, BMW, Mercedes.</a:t>
            </a:r>
          </a:p>
        </p:txBody>
      </p:sp>
    </p:spTree>
    <p:extLst>
      <p:ext uri="{BB962C8B-B14F-4D97-AF65-F5344CB8AC3E}">
        <p14:creationId xmlns:p14="http://schemas.microsoft.com/office/powerpoint/2010/main" val="3384240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174AF-34F9-2593-ABCF-14FDE0E90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7252"/>
          </a:xfrm>
        </p:spPr>
        <p:txBody>
          <a:bodyPr/>
          <a:lstStyle/>
          <a:p>
            <a:pPr algn="ctr"/>
            <a:r>
              <a:rPr lang="en-IN" dirty="0"/>
              <a:t>Data 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CFC26-F6D8-FF78-30AB-74384CBB8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55175"/>
            <a:ext cx="8596668" cy="4586188"/>
          </a:xfrm>
        </p:spPr>
        <p:txBody>
          <a:bodyPr/>
          <a:lstStyle/>
          <a:p>
            <a:r>
              <a:rPr lang="en-IN" dirty="0"/>
              <a:t>Shows only essential details, hides the internal complexity.</a:t>
            </a:r>
          </a:p>
          <a:p>
            <a:r>
              <a:rPr lang="en-IN" dirty="0"/>
              <a:t>Achieved through abstract classes or interfaces.</a:t>
            </a:r>
          </a:p>
          <a:p>
            <a:r>
              <a:rPr lang="en-IN" dirty="0"/>
              <a:t>Makes system easy to use and maintain.</a:t>
            </a:r>
          </a:p>
          <a:p>
            <a:r>
              <a:rPr lang="en-IN" dirty="0"/>
              <a:t>Example: Camera, Mobiles, Cars.</a:t>
            </a:r>
          </a:p>
        </p:txBody>
      </p:sp>
    </p:spTree>
    <p:extLst>
      <p:ext uri="{BB962C8B-B14F-4D97-AF65-F5344CB8AC3E}">
        <p14:creationId xmlns:p14="http://schemas.microsoft.com/office/powerpoint/2010/main" val="3528599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15F7-EE0D-2B11-48C6-1D2DB8F6A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/>
          <a:lstStyle/>
          <a:p>
            <a:pPr algn="ctr"/>
            <a:r>
              <a:rPr lang="en-IN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CF7F4-1AEE-B713-DD1C-93D8B6601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4671"/>
            <a:ext cx="8596668" cy="4556691"/>
          </a:xfrm>
        </p:spPr>
        <p:txBody>
          <a:bodyPr/>
          <a:lstStyle/>
          <a:p>
            <a:r>
              <a:rPr lang="en-IN" dirty="0"/>
              <a:t>Bundling of data (variables) and methods (functions) into one unit (class).</a:t>
            </a:r>
          </a:p>
          <a:p>
            <a:r>
              <a:rPr lang="en-IN" dirty="0"/>
              <a:t>Uses access modifiers (public, private, protected) to restrict access.</a:t>
            </a:r>
          </a:p>
          <a:p>
            <a:r>
              <a:rPr lang="en-IN" dirty="0"/>
              <a:t>Increases data security and data protection.</a:t>
            </a:r>
          </a:p>
        </p:txBody>
      </p:sp>
    </p:spTree>
    <p:extLst>
      <p:ext uri="{BB962C8B-B14F-4D97-AF65-F5344CB8AC3E}">
        <p14:creationId xmlns:p14="http://schemas.microsoft.com/office/powerpoint/2010/main" val="1569754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8BE75-930D-AA20-EE5E-B8A22C1E6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7252"/>
          </a:xfrm>
        </p:spPr>
        <p:txBody>
          <a:bodyPr/>
          <a:lstStyle/>
          <a:p>
            <a:pPr algn="ctr"/>
            <a:r>
              <a:rPr lang="en-IN" dirty="0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A29EC-54A5-137A-B810-18FE81FAC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3665"/>
            <a:ext cx="8596668" cy="4497697"/>
          </a:xfrm>
        </p:spPr>
        <p:txBody>
          <a:bodyPr/>
          <a:lstStyle/>
          <a:p>
            <a:r>
              <a:rPr lang="en-IN" dirty="0"/>
              <a:t>Allows a class (child) to reuse code from another class (parent).</a:t>
            </a:r>
          </a:p>
          <a:p>
            <a:r>
              <a:rPr lang="en-IN" dirty="0"/>
              <a:t>Promotes reusability and hierarchy in code.</a:t>
            </a:r>
          </a:p>
          <a:p>
            <a:r>
              <a:rPr lang="en-IN" dirty="0"/>
              <a:t>Types: Single, Multiple, Multilevel.</a:t>
            </a:r>
          </a:p>
          <a:p>
            <a:r>
              <a:rPr lang="en-IN" dirty="0"/>
              <a:t>Example: Parent Class: Car -&gt; Sub class: Maruti -&gt; Object: Swift Dzire.</a:t>
            </a:r>
          </a:p>
        </p:txBody>
      </p:sp>
    </p:spTree>
    <p:extLst>
      <p:ext uri="{BB962C8B-B14F-4D97-AF65-F5344CB8AC3E}">
        <p14:creationId xmlns:p14="http://schemas.microsoft.com/office/powerpoint/2010/main" val="4237797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4123-88D4-292C-0F5D-05717EAAF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/>
          <a:lstStyle/>
          <a:p>
            <a:pPr algn="ctr"/>
            <a:r>
              <a:rPr lang="en-IN" dirty="0"/>
              <a:t>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D2753-AE9C-FF2A-D845-617CC9D38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3833"/>
            <a:ext cx="8596668" cy="4507530"/>
          </a:xfrm>
        </p:spPr>
        <p:txBody>
          <a:bodyPr/>
          <a:lstStyle/>
          <a:p>
            <a:r>
              <a:rPr lang="en-IN" dirty="0"/>
              <a:t>One name, many forms.</a:t>
            </a:r>
          </a:p>
          <a:p>
            <a:r>
              <a:rPr lang="en-IN" dirty="0"/>
              <a:t>Same method behaves differently depending on the context.</a:t>
            </a:r>
          </a:p>
          <a:p>
            <a:r>
              <a:rPr lang="en-IN" dirty="0"/>
              <a:t>Makes system flexible and extensible.</a:t>
            </a:r>
          </a:p>
          <a:p>
            <a:r>
              <a:rPr lang="en-IN" dirty="0"/>
              <a:t>Type: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Compile-time (Overloading): Same method name, different parameters.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Run-time (Overriding): Subclass provides its own version of parent’s method.</a:t>
            </a:r>
          </a:p>
        </p:txBody>
      </p:sp>
    </p:spTree>
    <p:extLst>
      <p:ext uri="{BB962C8B-B14F-4D97-AF65-F5344CB8AC3E}">
        <p14:creationId xmlns:p14="http://schemas.microsoft.com/office/powerpoint/2010/main" val="2293069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39F3A-60BA-1999-05C7-85DF151E4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774" y="3073400"/>
            <a:ext cx="8596668" cy="711200"/>
          </a:xfrm>
        </p:spPr>
        <p:txBody>
          <a:bodyPr/>
          <a:lstStyle/>
          <a:p>
            <a:pPr algn="ctr"/>
            <a:r>
              <a:rPr lang="en-IN" dirty="0"/>
              <a:t>Time to Code…</a:t>
            </a:r>
          </a:p>
        </p:txBody>
      </p:sp>
    </p:spTree>
    <p:extLst>
      <p:ext uri="{BB962C8B-B14F-4D97-AF65-F5344CB8AC3E}">
        <p14:creationId xmlns:p14="http://schemas.microsoft.com/office/powerpoint/2010/main" val="37668563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B1692-AEF1-C85B-253D-C537B3DCB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B0364-AED5-A3D6-707B-8C8BCC9C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315" y="2345403"/>
            <a:ext cx="8596668" cy="2167194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Open DartPad</a:t>
            </a:r>
            <a:br>
              <a:rPr lang="en-IN" dirty="0"/>
            </a:br>
            <a:br>
              <a:rPr lang="en-IN" dirty="0"/>
            </a:br>
            <a:r>
              <a:rPr lang="en-IN" dirty="0"/>
              <a:t>https://dartpad.dev/</a:t>
            </a:r>
          </a:p>
        </p:txBody>
      </p:sp>
    </p:spTree>
    <p:extLst>
      <p:ext uri="{BB962C8B-B14F-4D97-AF65-F5344CB8AC3E}">
        <p14:creationId xmlns:p14="http://schemas.microsoft.com/office/powerpoint/2010/main" val="37030421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00C843-0D25-D63F-F9AF-FF6868795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920" y="403860"/>
            <a:ext cx="6050280" cy="605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174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537C7-2AE6-C59B-E028-188D523C3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974" y="3042920"/>
            <a:ext cx="8596668" cy="772160"/>
          </a:xfrm>
        </p:spPr>
        <p:txBody>
          <a:bodyPr/>
          <a:lstStyle/>
          <a:p>
            <a:pPr algn="ctr"/>
            <a:r>
              <a:rPr lang="en-IN" dirty="0"/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48049115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2706</TotalTime>
  <Words>844</Words>
  <Application>Microsoft Office PowerPoint</Application>
  <PresentationFormat>Widescreen</PresentationFormat>
  <Paragraphs>131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Trebuchet MS</vt:lpstr>
      <vt:lpstr>Wingdings</vt:lpstr>
      <vt:lpstr>Wingdings 3</vt:lpstr>
      <vt:lpstr>Facet</vt:lpstr>
      <vt:lpstr>Introduction to Full-Stack App Development</vt:lpstr>
      <vt:lpstr>Week 0</vt:lpstr>
      <vt:lpstr>Recap…</vt:lpstr>
      <vt:lpstr>App Development</vt:lpstr>
      <vt:lpstr>Language vs Framework</vt:lpstr>
      <vt:lpstr>Intro to Dart</vt:lpstr>
      <vt:lpstr>Dart Topics</vt:lpstr>
      <vt:lpstr>Lecture 2 begins…</vt:lpstr>
      <vt:lpstr>Frontend</vt:lpstr>
      <vt:lpstr>Backend</vt:lpstr>
      <vt:lpstr>Databases</vt:lpstr>
      <vt:lpstr>API</vt:lpstr>
      <vt:lpstr>OOPs…</vt:lpstr>
      <vt:lpstr>OOPs Features</vt:lpstr>
      <vt:lpstr>OOP vs POP</vt:lpstr>
      <vt:lpstr>OOPs Concepts</vt:lpstr>
      <vt:lpstr>Class</vt:lpstr>
      <vt:lpstr>Object</vt:lpstr>
      <vt:lpstr>Data Abstraction</vt:lpstr>
      <vt:lpstr>Encapsulation</vt:lpstr>
      <vt:lpstr>Inheritance</vt:lpstr>
      <vt:lpstr>Polymorphism</vt:lpstr>
      <vt:lpstr>Time to Code…</vt:lpstr>
      <vt:lpstr>Open DartPad  https://dartpad.dev/</vt:lpstr>
      <vt:lpstr>PowerPoint Presentation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karannpote@gmail.com</dc:creator>
  <cp:lastModifiedBy>karannpote@gmail.com</cp:lastModifiedBy>
  <cp:revision>1</cp:revision>
  <dcterms:created xsi:type="dcterms:W3CDTF">2025-09-11T10:40:58Z</dcterms:created>
  <dcterms:modified xsi:type="dcterms:W3CDTF">2025-09-13T11:57:04Z</dcterms:modified>
</cp:coreProperties>
</file>